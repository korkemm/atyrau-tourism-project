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yrau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2057400"/>
            <a:ext cx="10881360" cy="2011680"/>
          </a:xfrm>
          <a:prstGeom prst="rect">
            <a:avLst/>
          </a:prstGeom>
          <a:solidFill>
            <a:srgbClr val="14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МОЙ ГОРОД — АТЫРАУ</a:t>
            </a:r>
          </a:p>
          <a:p>
            <a:pPr algn="ctr">
              <a:defRPr sz="2400">
                <a:solidFill>
                  <a:srgbClr val="EBCB8F"/>
                </a:solidFill>
              </a:defRPr>
            </a:pPr>
            <a:r>
              <a:t>Чем он интересен туристам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Атырау в двух словах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Запад Казахстана • река Урал • история нефтяного края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4344D"/>
                </a:solidFill>
                <a:latin typeface="Arial"/>
              </a:defRPr>
            </a:pPr>
            <a:r>
              <a:t>Атырау расположен на берегах Урала и считается важным культурным и экономическим центром региона. Здесь встречаются городская современность, казахские традиции и история Прикаспия.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Река Урал и набережная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Главное пространство для прогулок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344D"/>
                </a:solidFill>
                <a:latin typeface="Arial"/>
              </a:defRPr>
            </a:pPr>
            <a:r>
              <a:t>Набережная подходит для прогулок, фотографий и знакомства с городом. Река формирует узнаваемый городской пейзаж и связывает разные части городской истории.</a:t>
            </a:r>
          </a:p>
        </p:txBody>
      </p:sp>
      <p:pic>
        <p:nvPicPr>
          <p:cNvPr id="6" name="Picture 5" descr="atyrau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Архитектура и духовные места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Мечеть Имангали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344D"/>
                </a:solidFill>
                <a:latin typeface="Arial"/>
              </a:defRPr>
            </a:pPr>
            <a:r>
              <a:t>Мечеть — один из заметных архитектурных объектов Атырау. При посещении религиозных мест важно соблюдать правила одежды и поведения.</a:t>
            </a:r>
          </a:p>
        </p:txBody>
      </p:sp>
      <p:pic>
        <p:nvPicPr>
          <p:cNvPr id="6" name="Picture 5" descr="atyrau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История региона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Историко-краеведческий музей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344D"/>
                </a:solidFill>
                <a:latin typeface="Arial"/>
              </a:defRPr>
            </a:pPr>
            <a:r>
              <a:t>Музей помогает узнать о природе, истории и культуре Атырауской области. Перед визитом проверьте актуальные часы работы и условия посещения.</a:t>
            </a:r>
          </a:p>
        </p:txBody>
      </p:sp>
      <p:pic>
        <p:nvPicPr>
          <p:cNvPr id="6" name="Picture 5" descr="atyrau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Городские символы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Площадь Исатая и Махамбета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344D"/>
                </a:solidFill>
                <a:latin typeface="Arial"/>
              </a:defRPr>
            </a:pPr>
            <a:r>
              <a:t>Памятник напоминает о героях истории Казахстана. Площадь — удобная точка для прогулки по центральной части города.</a:t>
            </a:r>
          </a:p>
        </p:txBody>
      </p:sp>
      <p:pic>
        <p:nvPicPr>
          <p:cNvPr id="6" name="Picture 5" descr="atyrau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Климат по месяцам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Учебные ориентировочные средние температуры, 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4344D"/>
                </a:solidFill>
                <a:latin typeface="Arial"/>
              </a:defRPr>
            </a:pPr>
            <a:r>
              <a:t>На диаграмме показаны ориентировочные среднемесячные температуры. Значения подготовлены для учебной демонстрации формул; для точного исследования следует заменить их данными официального метеосервиса.</a:t>
            </a:r>
          </a:p>
        </p:txBody>
      </p:sp>
      <p:pic>
        <p:nvPicPr>
          <p:cNvPr id="6" name="Picture 5" descr="climat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460"/>
            <a:ext cx="6126480" cy="2975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Рекламная афиша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АТЫРАУ — ОТКРОЙ ГОРОД У УРАЛА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4344D"/>
                </a:solidFill>
                <a:latin typeface="Arial"/>
              </a:defRPr>
            </a:pPr>
            <a:r>
              <a:t>В афише использована единая палитра: синий, бирюзовый и песочный. Коллаж создан как оригинальная иллюстрация для учебного проекта.</a:t>
            </a:r>
          </a:p>
        </p:txBody>
      </p:sp>
      <p:pic>
        <p:nvPicPr>
          <p:cNvPr id="6" name="Picture 5" descr="afis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05964"/>
            <a:ext cx="6035040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Почему стоит познакомиться с Атырау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4344D"/>
                </a:solidFill>
                <a:latin typeface="Arial"/>
              </a:defRPr>
            </a:pPr>
            <a:r>
              <a:t>Атырау интересен рекой Урал, архитектурой, музеями и историей региона. Чтобы путешествие было комфортным, стоит заранее проверить транспорт, часы работы объектов и сезонную погоду.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44D"/>
                </a:solidFill>
                <a:latin typeface="Arial"/>
              </a:defRPr>
            </a:pPr>
            <a:r>
              <a:t>Источники и 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D848B"/>
                </a:solidFill>
              </a:defRPr>
            </a:pPr>
            <a:r>
              <a:t>Материалы и программные средства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4344D"/>
                </a:solidFill>
                <a:latin typeface="Arial"/>
              </a:defRPr>
            </a:pPr>
            <a:r>
              <a:t>Инструменты: Microsoft Word, Microsoft Excel, Microsoft PowerPoint и графический редактор на основе созданной иллюстрации. Для проверки фактов и данных: официальный сайт акимата Атырауской области, Kazhydromet, сайты учреждений культуры. Иллюстрации созданы специально для проекта; климатические значения учебные и требуют проверки перед окончательной сдачей.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